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03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5A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haper Energ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566928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41248" y="2084832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50" b="1" spc="200" kern="0" dirty="0">
                <a:solidFill>
                  <a:srgbClr val="C9A7AD"/>
                </a:solidFill>
              </a:defRPr>
            </a:lvl1pPr>
          </a:lstStyle>
          <a:p>
            <a:pPr indent="0" marL="0">
              <a:buNone/>
            </a:pPr>
            <a:endParaRPr lang="en-US" sz="135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22960" y="2487168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41248" y="3529584"/>
            <a:ext cx="96926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7CCD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841248" y="4370832"/>
            <a:ext cx="106070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50" dirty="0">
                <a:solidFill>
                  <a:srgbClr val="C9A7AD"/>
                </a:solidFill>
              </a:defRPr>
            </a:lvl1pPr>
          </a:lstStyle>
          <a:p>
            <a:pPr indent="0" marL="0">
              <a:buNone/>
            </a:pPr>
            <a:endParaRPr lang="en-US" sz="12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haper Energ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4" y="310896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66928" y="365760"/>
            <a:ext cx="102412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b="1" dirty="0">
                <a:solidFill>
                  <a:srgbClr val="5A0617"/>
                </a:solidFill>
              </a:defRPr>
            </a:lvl1pPr>
          </a:lstStyle>
          <a:p>
            <a:pPr algn="l" indent="0" marL="0">
              <a:buNone/>
            </a:pPr>
            <a:endParaRPr lang="en-US" sz="2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66928" y="932688"/>
            <a:ext cx="104241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50" i="1" dirty="0">
                <a:solidFill>
                  <a:srgbClr val="6E6E73"/>
                </a:solidFill>
              </a:defRPr>
            </a:lvl1pPr>
          </a:lstStyle>
          <a:p>
            <a:pPr indent="0" marL="0">
              <a:buNone/>
            </a:pPr>
            <a:endParaRPr lang="en-US" sz="1250" dirty="0"/>
          </a:p>
        </p:txBody>
      </p:sp>
      <p:sp>
        <p:nvSpPr>
          <p:cNvPr id="5" name="Text 0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6E73"/>
                </a:solidFill>
              </a:rPr>
              <a:t>Schaper Energy Consulting   ·   SE Deck Template and Style Guide</a:t>
            </a:r>
            <a:endParaRPr lang="en-US" sz="850" dirty="0"/>
          </a:p>
        </p:txBody>
      </p:sp>
      <p:sp>
        <p:nvSpPr>
          <p:cNvPr id="6" name="Text 1"/>
          <p:cNvSpPr/>
          <p:nvPr/>
        </p:nvSpPr>
        <p:spPr>
          <a:xfrm>
            <a:off x="694944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9599"/>
                </a:solidFill>
              </a:rPr>
              <a:t>Template v1 · 9 Oct 2026 · sample numbers on layout slides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81944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C95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5A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haper Energ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658368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41248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rgbClr val="C9A7AD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22960" y="3035808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41248" y="3968496"/>
            <a:ext cx="10058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E7CCD0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81944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C95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chaper Energy">
  <a:themeElements>
    <a:clrScheme name="Schaper Energy">
      <a:dk1>
        <a:srgbClr val="2B2B2B"/>
      </a:dk1>
      <a:lt1>
        <a:srgbClr val="FFFFFF"/>
      </a:lt1>
      <a:dk2>
        <a:srgbClr val="5A0617"/>
      </a:dk2>
      <a:lt2>
        <a:srgbClr val="F5F3F2"/>
      </a:lt2>
      <a:accent1>
        <a:srgbClr val="2F6FBF"/>
      </a:accent1>
      <a:accent2>
        <a:srgbClr val="5A0617"/>
      </a:accent2>
      <a:accent3>
        <a:srgbClr val="6E6E73"/>
      </a:accent3>
      <a:accent4>
        <a:srgbClr val="2E8B2E"/>
      </a:accent4>
      <a:accent5>
        <a:srgbClr val="B8860B"/>
      </a:accent5>
      <a:accent6>
        <a:srgbClr val="C00000"/>
      </a:accent6>
      <a:hlink>
        <a:srgbClr val="2F6FBF"/>
      </a:hlink>
      <a:folHlink>
        <a:srgbClr val="5A0617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Schaper Energy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deck template and style guide</dc:title>
  <dc:subject>How SE writes, lays out and checks client decks</dc:subject>
  <dc:creator>Schaper Energy Consulting</dc:creator>
  <cp:lastModifiedBy>Schaper Energy Consulting</cp:lastModifiedBy>
  <cp:revision>1</cp:revision>
  <dcterms:created xsi:type="dcterms:W3CDTF">2026-10-09T17:01:12Z</dcterms:created>
  <dcterms:modified xsi:type="dcterms:W3CDTF">2026-10-09T17:01:12Z</dcterms:modified>
</cp:coreProperties>
</file>